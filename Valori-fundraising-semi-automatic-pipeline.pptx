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73"/>
  </p:normalViewPr>
  <p:slideViewPr>
    <p:cSldViewPr snapToGrid="0">
      <p:cViewPr>
        <p:scale>
          <a:sx n="200" d="100"/>
          <a:sy n="200" d="100"/>
        </p:scale>
        <p:origin x="154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1DD7-4B51-B20A-45C5-F26143B5C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58D66-5845-CA3A-C768-AFA84495D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E4643-D04A-40DD-B576-0364E14F7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4A5EC-8E2E-CE0E-0DA4-98F86D67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CAD8E-578D-1A10-A71F-161AFF10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56228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7B22-A256-667C-C8C4-6CCB15C23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AA4F5-2B32-370E-7007-07D6F10A6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99CA5-B7F9-1FBE-D14E-9FF50BC8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74D2F-FB2E-A1FD-A847-FA3F4444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09BE6-8CFA-AB5E-30D3-56E0D6AA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03715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03A13-F5A2-BC23-4440-1FEFEAEE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03F20-4B6F-0620-59AC-D4A1F01BC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1C253-5917-6026-FEEA-920003E18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0AACC-8B5D-C64F-97A3-7DCBC747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AA057-BBF2-5382-343D-003C8F0F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3151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E3DA-3B57-0ECD-C49D-9C387135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0F2BA-1888-983E-4144-3F924261C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ECB8B-C79C-BCF8-853D-957DF124B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50254-820B-3BC7-A8E5-5254B0FD6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A7DB8-1DE2-2A54-3CCC-B8493BA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DAFD4-A747-0898-9C5F-7954E9F6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620250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6A22-2671-D6B5-067C-BB796D27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23373-5093-BDA0-C073-54B740774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00ECC-8BD8-DC07-8EAF-C44CFBB7C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62D64-799B-D87A-EFF4-A949FC12A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0658EC-7ADC-5073-77C3-FEE887239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4126C-B715-140D-2358-10CAC871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89D52-E4C7-0AA2-A10C-3CCF5BDF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90540-4FEB-EA2C-868A-66DED6AD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91871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E871-19CC-1B16-823C-9656D304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8415F8-1C19-1F44-795C-5618C34A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7BB3C-7372-F73C-6405-EC3A581E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FD37B-83D6-8CB9-D12E-F29DF2EA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292831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E950E-E190-04EF-C34E-5D375C04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439CD-4407-A406-60B9-91A434C2F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FC813-CD01-E970-BF12-D9C2A3A6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97213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BB51-BA67-809D-2443-8A60C7F8D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27A63-E2DE-44F1-E9B6-F04A698D6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DBA9F-CE92-D911-20E2-B9C1B2F9D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B2867-7A99-157E-ADF3-F719BA5E9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ED051-5D82-1E42-7D80-6A8BF84B1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2CA39-DA5B-1BFE-EF47-327C6752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405699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0E84-36D8-C597-EC0B-B801651C6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BA4999-901A-60C3-ED9F-308955F5F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D1D42-2343-8DA5-E011-4272A6B1D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7607B-4750-833C-F6A0-BDD1DAE1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4533D-4C04-C1B4-993C-FD0BFAF8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2C5D3-7CA5-C161-EAF6-43DF64C7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04406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C2BE-C0A7-4D0A-05C6-909F9984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D5A49-4438-FF46-E5B9-FFAE143AF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A7806-3FE8-50E9-2220-01E1E994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4A672-C1D0-F6FD-1654-EBC57395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71FFB-1CFF-6E73-06FC-65628D9B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57052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0F015-04CE-AA4B-08A6-2B4E2DFEA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C9ADB-55F9-6349-77CD-5CAB27B14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9569E-8329-3860-6FA4-42F03E90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8177-3C82-9FBA-5E50-8DC929C8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C3DF6-708C-F35B-2D57-13162912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57084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0AFC29-0235-29CF-7730-24E1200A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E9D61-5DDE-300B-1576-33C83B5C8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6C72D-62DA-8A62-907C-07ABD7051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CC1CF-522A-514A-9F47-F4DCAA9E2B0F}" type="datetimeFigureOut">
              <a:rPr lang="en-SK" smtClean="0"/>
              <a:t>08/07/2026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F6F8-3409-7803-9790-06E6BC9E6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807A6-FE60-3151-4D8C-C7F50CA46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4C763-B72A-B242-B491-B1F15B3F1711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38200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667FD-9BA6-0199-6488-1C1B2C74B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SK" dirty="0"/>
              <a:t>Semi-Automatic Fundraising Pipeline</a:t>
            </a:r>
          </a:p>
        </p:txBody>
      </p:sp>
    </p:spTree>
    <p:extLst>
      <p:ext uri="{BB962C8B-B14F-4D97-AF65-F5344CB8AC3E}">
        <p14:creationId xmlns:p14="http://schemas.microsoft.com/office/powerpoint/2010/main" val="1460311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F357-F2F0-E835-AD39-556FA05B9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SK" dirty="0"/>
              <a:t>omplete overview of </a:t>
            </a:r>
            <a:r>
              <a:rPr lang="en-GB" dirty="0" err="1"/>
              <a:t>th</a:t>
            </a:r>
            <a:r>
              <a:rPr lang="en-SK" dirty="0"/>
              <a:t>e pipeline (high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58F42-330A-DF42-2DCA-2304F6271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Show the complete system architecture (simple diagram)</a:t>
            </a: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420467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2E15D-FCBD-22A5-4EAD-C81D7A3E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Build Lp universe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45946-BC1E-83F9-F8D3-C14D517B3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K" dirty="0"/>
              <a:t>One by one / research &lt;LP name&gt;</a:t>
            </a:r>
          </a:p>
          <a:p>
            <a:endParaRPr lang="en-SK" dirty="0"/>
          </a:p>
          <a:p>
            <a:r>
              <a:rPr lang="en-GB" dirty="0"/>
              <a:t>O</a:t>
            </a:r>
            <a:r>
              <a:rPr lang="en-SK" dirty="0"/>
              <a:t>r line by line from input to excel</a:t>
            </a:r>
          </a:p>
          <a:p>
            <a:endParaRPr lang="en-SK" dirty="0"/>
          </a:p>
          <a:p>
            <a:r>
              <a:rPr lang="en-GB" dirty="0"/>
              <a:t>"One row = one LP contact”</a:t>
            </a:r>
            <a:endParaRPr lang="en-SK" dirty="0"/>
          </a:p>
          <a:p>
            <a:endParaRPr lang="en-SK" dirty="0"/>
          </a:p>
          <a:p>
            <a:r>
              <a:rPr lang="en-GB" dirty="0"/>
              <a:t>V</a:t>
            </a:r>
            <a:r>
              <a:rPr lang="en-SK" dirty="0"/>
              <a:t>isual : screenshot</a:t>
            </a:r>
          </a:p>
        </p:txBody>
      </p:sp>
    </p:spTree>
    <p:extLst>
      <p:ext uri="{BB962C8B-B14F-4D97-AF65-F5344CB8AC3E}">
        <p14:creationId xmlns:p14="http://schemas.microsoft.com/office/powerpoint/2010/main" val="214677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7AF3-8A4A-D31B-BE3C-CA3AABDC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</a:t>
            </a:r>
            <a:r>
              <a:rPr lang="en-SK" dirty="0"/>
              <a:t>mport lps using claude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13A4-1808-A304-FACC-0F80FFFFD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112686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78ED-8928-DF5F-0F4A-03CA2D3C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AI assistant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92D0F-D11E-29A2-EEB6-4D90378DA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402624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BCA6-71BF-7C6E-B2C4-AB216085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Research score and prioritisation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7D8B9-0B52-D433-E8A6-116968267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SK" dirty="0"/>
              <a:t>how output.xlsx</a:t>
            </a:r>
          </a:p>
        </p:txBody>
      </p:sp>
    </p:spTree>
    <p:extLst>
      <p:ext uri="{BB962C8B-B14F-4D97-AF65-F5344CB8AC3E}">
        <p14:creationId xmlns:p14="http://schemas.microsoft.com/office/powerpoint/2010/main" val="262167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00D0-C6DF-E6BD-C80E-C65DEAE1E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Show lp files with research and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1B33C-7E55-330E-D4BC-75C00FD78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487581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D9BE4-30F3-235E-D231-16EAD950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Personalised outreach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6251F-00D9-5194-CF38-F0D2523E2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</a:t>
            </a:r>
            <a:r>
              <a:rPr lang="en-SK" dirty="0"/>
              <a:t>sing /draft all or /draft &lt;LP name&gt;</a:t>
            </a:r>
          </a:p>
          <a:p>
            <a:endParaRPr lang="en-SK" dirty="0"/>
          </a:p>
          <a:p>
            <a:r>
              <a:rPr lang="en-GB" dirty="0"/>
              <a:t>S</a:t>
            </a:r>
            <a:r>
              <a:rPr lang="en-SK" dirty="0"/>
              <a:t>elect how many drafts or just one, </a:t>
            </a:r>
          </a:p>
          <a:p>
            <a:endParaRPr lang="en-SK" dirty="0"/>
          </a:p>
          <a:p>
            <a:r>
              <a:rPr lang="en-GB" dirty="0"/>
              <a:t>A</a:t>
            </a:r>
            <a:r>
              <a:rPr lang="en-SK" dirty="0"/>
              <a:t>utomatically chooses appropriate language GER , SVK</a:t>
            </a:r>
          </a:p>
          <a:p>
            <a:endParaRPr lang="en-SK" dirty="0"/>
          </a:p>
          <a:p>
            <a:r>
              <a:rPr lang="en-GB" dirty="0"/>
              <a:t>O</a:t>
            </a:r>
            <a:r>
              <a:rPr lang="en-SK" dirty="0"/>
              <a:t>verride language setting using /draft &lt;LP&gt; en / de / sk</a:t>
            </a:r>
          </a:p>
          <a:p>
            <a:endParaRPr lang="en-SK" dirty="0"/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1966023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3CD8-CE0E-77C8-DF4B-A80309C9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Human review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E4BDA-186A-3016-64FF-0F7288534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972919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2A758-78F1-172C-A9A1-A784F061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/log-sent  ”paste text”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1D5AF-1B94-A7B4-D42F-D76C6ED54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SK" dirty="0"/>
              <a:t>laude learns about how the email changed, adds to learning.md</a:t>
            </a:r>
          </a:p>
          <a:p>
            <a:r>
              <a:rPr lang="en-GB" dirty="0"/>
              <a:t>W</a:t>
            </a:r>
            <a:r>
              <a:rPr lang="en-SK" dirty="0"/>
              <a:t>ill apply this to the next round of drafting</a:t>
            </a:r>
          </a:p>
          <a:p>
            <a:endParaRPr lang="en-SK" dirty="0"/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188957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8FF6-DFEC-64A9-36C6-948BA415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</a:t>
            </a:r>
            <a:r>
              <a:rPr lang="en-SK" dirty="0"/>
              <a:t>un /calibrate </a:t>
            </a:r>
            <a:br>
              <a:rPr lang="en-SK" dirty="0"/>
            </a:br>
            <a:r>
              <a:rPr lang="en-SK" dirty="0"/>
              <a:t>uses learning to update voice and style of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85BB2-6A9A-8920-1E3E-0C41D2B09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65527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DEAC-DC13-A5B6-6565-5A78A5403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Repeat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178EC-CC6F-2E14-EEDB-83C851A22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SK"/>
              <a:t>ycle diagram of the whole process.</a:t>
            </a:r>
          </a:p>
        </p:txBody>
      </p:sp>
    </p:spTree>
    <p:extLst>
      <p:ext uri="{BB962C8B-B14F-4D97-AF65-F5344CB8AC3E}">
        <p14:creationId xmlns:p14="http://schemas.microsoft.com/office/powerpoint/2010/main" val="4107821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182</Words>
  <Application>Microsoft Macintosh PowerPoint</Application>
  <PresentationFormat>Widescreen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Semi-Automatic Fundraising Pipeline</vt:lpstr>
      <vt:lpstr>Complete overview of the pipeline (high level)</vt:lpstr>
      <vt:lpstr>Build Lp universe</vt:lpstr>
      <vt:lpstr>Import lps using claude</vt:lpstr>
      <vt:lpstr>AI assistant research</vt:lpstr>
      <vt:lpstr>Research score and prioritisation </vt:lpstr>
      <vt:lpstr>Show lp files with research and summary</vt:lpstr>
      <vt:lpstr>Personalised outreach</vt:lpstr>
      <vt:lpstr>Human review process</vt:lpstr>
      <vt:lpstr>/log-sent  ”paste text”</vt:lpstr>
      <vt:lpstr>Run /calibrate  uses learning to update voice and style of writing</vt:lpstr>
      <vt:lpstr>Repeat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Michal Kassa</dc:creator>
  <cp:lastModifiedBy>Michal Kassa</cp:lastModifiedBy>
  <cp:revision>2</cp:revision>
  <dcterms:created xsi:type="dcterms:W3CDTF">2026-07-08T11:01:17Z</dcterms:created>
  <dcterms:modified xsi:type="dcterms:W3CDTF">2026-07-08T11:18:04Z</dcterms:modified>
</cp:coreProperties>
</file>